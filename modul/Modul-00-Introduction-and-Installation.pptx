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3" r:id="rId4"/>
    <p:sldId id="271" r:id="rId5"/>
    <p:sldId id="265" r:id="rId6"/>
    <p:sldId id="267" r:id="rId7"/>
    <p:sldId id="266" r:id="rId8"/>
    <p:sldId id="268" r:id="rId9"/>
    <p:sldId id="269" r:id="rId10"/>
    <p:sldId id="270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7"/>
    <p:restoredTop sz="96327"/>
  </p:normalViewPr>
  <p:slideViewPr>
    <p:cSldViewPr snapToGrid="0">
      <p:cViewPr varScale="1">
        <p:scale>
          <a:sx n="91" d="100"/>
          <a:sy n="91" d="100"/>
        </p:scale>
        <p:origin x="208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10DDD-DE20-D141-9DD3-609F19DA704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3BB3C-0164-084A-95CB-7E574114C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7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63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916B2-99AE-FEF4-10AA-E1540F44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D768C-2353-FD84-4CF6-9CE5EF9D1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E5247-E165-F160-DDB2-9C49991029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A6623-00DC-A847-9CA7-6FB8F2FEF4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EF60D-07A1-F48E-1791-8CC04F32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4E21A-4BA8-ADC4-F9E6-5824DB4E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BF4926-20F5-3D4A-9304-B3BB46375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7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00AB2-183C-B2BE-7204-34C44734E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C63F6-DE0D-18D3-7EB7-E8A361747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0B67B-F398-92A0-BBB8-86C85917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A6623-00DC-A847-9CA7-6FB8F2FEF4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5765B-021D-C2EB-83A7-2AD9BC29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0AB0-3016-09EE-B147-516F74681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BF4926-20F5-3D4A-9304-B3BB46375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81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E6A1-034C-75DF-DD5B-70F02348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C4B19-7322-FB7B-21C7-04105A1BF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F8246-063B-D437-A4CA-82102DEF4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B4F1E-53B7-9434-EF3D-6FC0BB0A76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A6623-00DC-A847-9CA7-6FB8F2FEF4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0CF4F-EDF8-4229-4448-3A3F7D2AA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697CD-5534-D469-DA3A-A9B79953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BF4926-20F5-3D4A-9304-B3BB46375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95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DC33-675C-D25C-2B1B-6C0DE4D81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A239B-B6E7-6CCC-DB91-5B8F53249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18E27-7369-D8AE-F04C-BBC3EBD54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6D109-26F2-F2B1-4B03-BD09C9DED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719B42-F477-8933-68EF-58010F719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A6748F-E127-E4B3-4475-3E04C4481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A6623-00DC-A847-9CA7-6FB8F2FEF4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83F9F6-7FDB-906B-2F48-FA2D10C42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49F79-5789-2F7A-EED7-BDEF84E01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BF4926-20F5-3D4A-9304-B3BB46375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55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07B5-6E1F-E5B9-1261-5FCAA6677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E8C4E8-F3FE-564B-C346-A6B56B53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A6623-00DC-A847-9CA7-6FB8F2FEF4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A2487-4C6E-2DB5-76BD-0BE6E00B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BE5C4-5146-3FA6-E2C5-0E1AD3D1D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BF4926-20F5-3D4A-9304-B3BB46375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1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B8823-430B-72AB-8B3C-124C9520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A6623-00DC-A847-9CA7-6FB8F2FEF4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B11A0-C3C4-D6E5-C081-36422F26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1B416-A9AC-7FCB-76CB-E9A2CFCF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BF4926-20F5-3D4A-9304-B3BB46375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5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F342-FDEC-95EE-4FD0-88064552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79BC8-872E-2BCF-6950-6F3AA1E3E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CC1E7-795E-43CF-050C-D65707187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CCD06-EC47-D956-AE60-7516C9C0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A6623-00DC-A847-9CA7-6FB8F2FEF4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CC8B3-C77A-5E0C-C656-EA1B465D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5846D-85FC-5609-B4BB-621ECA31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BF4926-20F5-3D4A-9304-B3BB46375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44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3131-88AD-6C5C-5931-90C29A96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42B28B-0422-395F-6D03-D46825B12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12073-13C0-1B5C-CE97-A16008006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C78BC-4E73-6E8E-DE78-B047416D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A6623-00DC-A847-9CA7-6FB8F2FEF4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8DA30-4911-3340-55BC-F19AA09B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4526D-8DD9-F483-BE06-BEFF1D3B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BF4926-20F5-3D4A-9304-B3BB46375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9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066E-C645-1170-387B-FD84F3A6E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D43A1-4482-4591-D039-E7E9C7460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F28C7-F2C7-C7D1-6424-DB580197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A6623-00DC-A847-9CA7-6FB8F2FEF4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E8BE0-16DB-DAE6-BDD9-D15674773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31BD4-D4C5-0C75-C707-E7EBC564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BF4926-20F5-3D4A-9304-B3BB46375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0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6D4B7D-56EF-0989-0136-531503B3D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7EC58-E0E7-59EA-F496-6CC370CFE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7ECB-26D2-81D5-9BCB-196933BB58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A6623-00DC-A847-9CA7-6FB8F2FEF4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37243-29D2-7210-5CDB-65CD63656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793C7-6675-08F7-F2EB-BDAC4CE14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BF4926-20F5-3D4A-9304-B3BB46375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4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oard with colorful lines&#10;&#10;Description automatically generated">
            <a:extLst>
              <a:ext uri="{FF2B5EF4-FFF2-40B4-BE49-F238E27FC236}">
                <a16:creationId xmlns:a16="http://schemas.microsoft.com/office/drawing/2014/main" id="{140DCEB5-705A-AF13-A302-A4A6CA07F6F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8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chrome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ozilla.org/firefox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itting on a stack of books&#10;&#10;Description automatically generated">
            <a:extLst>
              <a:ext uri="{FF2B5EF4-FFF2-40B4-BE49-F238E27FC236}">
                <a16:creationId xmlns:a16="http://schemas.microsoft.com/office/drawing/2014/main" id="{8DC3CE42-48D0-6AA3-90AB-05496053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20180F-53E1-BAD6-81E9-C7439FDC8109}"/>
              </a:ext>
            </a:extLst>
          </p:cNvPr>
          <p:cNvSpPr txBox="1"/>
          <p:nvPr/>
        </p:nvSpPr>
        <p:spPr>
          <a:xfrm>
            <a:off x="228599" y="2723321"/>
            <a:ext cx="6092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7D3A98-BBE5-C7B8-BA5A-E36CFC4F44B7}"/>
              </a:ext>
            </a:extLst>
          </p:cNvPr>
          <p:cNvSpPr txBox="1"/>
          <p:nvPr/>
        </p:nvSpPr>
        <p:spPr>
          <a:xfrm>
            <a:off x="806774" y="1646103"/>
            <a:ext cx="574311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SPECIALIZATION TRACK</a:t>
            </a:r>
          </a:p>
          <a:p>
            <a:r>
              <a:rPr lang="en-US" sz="4000" b="1" dirty="0"/>
              <a:t>FRONT-END : REACT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3B2C5A-A3A3-C605-2C05-45C86778E8E2}"/>
              </a:ext>
            </a:extLst>
          </p:cNvPr>
          <p:cNvSpPr txBox="1"/>
          <p:nvPr/>
        </p:nvSpPr>
        <p:spPr>
          <a:xfrm>
            <a:off x="573884" y="4513661"/>
            <a:ext cx="11244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/>
            <a:r>
              <a:rPr lang="en-US" sz="2000" b="1" dirty="0"/>
              <a:t>Moch. Ilham Anugrah</a:t>
            </a:r>
          </a:p>
        </p:txBody>
      </p:sp>
    </p:spTree>
    <p:extLst>
      <p:ext uri="{BB962C8B-B14F-4D97-AF65-F5344CB8AC3E}">
        <p14:creationId xmlns:p14="http://schemas.microsoft.com/office/powerpoint/2010/main" val="119822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0A8BB9-846A-8F42-4995-C128037366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329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8E85D0-0FB3-2426-4FAA-A70B624BA4E2}"/>
              </a:ext>
            </a:extLst>
          </p:cNvPr>
          <p:cNvSpPr txBox="1"/>
          <p:nvPr/>
        </p:nvSpPr>
        <p:spPr>
          <a:xfrm>
            <a:off x="378617" y="917612"/>
            <a:ext cx="9122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Moch. Ilham Anugrah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0780A-6066-2AEC-7AED-9654B2FA2738}"/>
              </a:ext>
            </a:extLst>
          </p:cNvPr>
          <p:cNvSpPr txBox="1"/>
          <p:nvPr/>
        </p:nvSpPr>
        <p:spPr>
          <a:xfrm>
            <a:off x="614923" y="1750493"/>
            <a:ext cx="1124464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5950" indent="-342900">
              <a:buFont typeface="Arial" panose="020B0604020202020204" pitchFamily="34" charset="0"/>
              <a:buChar char="•"/>
            </a:pPr>
            <a:r>
              <a:rPr lang="en-US" sz="2500" b="1" dirty="0"/>
              <a:t>Lecturer</a:t>
            </a:r>
          </a:p>
          <a:p>
            <a:pPr marL="615950" indent="-342900">
              <a:buFont typeface="Arial" panose="020B0604020202020204" pitchFamily="34" charset="0"/>
              <a:buChar char="•"/>
            </a:pPr>
            <a:r>
              <a:rPr lang="en-US" sz="2500" b="1" dirty="0"/>
              <a:t>Senior Developer di PT. </a:t>
            </a:r>
            <a:r>
              <a:rPr lang="en-US" sz="2500" b="1" dirty="0" err="1"/>
              <a:t>Titik</a:t>
            </a:r>
            <a:r>
              <a:rPr lang="en-US" sz="2500" b="1" dirty="0"/>
              <a:t> </a:t>
            </a:r>
            <a:r>
              <a:rPr lang="en-US" sz="2500" b="1" dirty="0" err="1"/>
              <a:t>Terang</a:t>
            </a:r>
            <a:endParaRPr lang="en-US" sz="2500" b="1" dirty="0"/>
          </a:p>
          <a:p>
            <a:pPr marL="615950" indent="-342900">
              <a:buFont typeface="Arial" panose="020B0604020202020204" pitchFamily="34" charset="0"/>
              <a:buChar char="•"/>
            </a:pPr>
            <a:r>
              <a:rPr lang="en-US" sz="2500" b="1" dirty="0"/>
              <a:t>8+ </a:t>
            </a:r>
            <a:r>
              <a:rPr lang="en-US" sz="2500" b="1" dirty="0" err="1"/>
              <a:t>Tahun</a:t>
            </a:r>
            <a:r>
              <a:rPr lang="en-US" sz="2500" b="1" dirty="0"/>
              <a:t> </a:t>
            </a:r>
            <a:r>
              <a:rPr lang="en-US" sz="2500" b="1" dirty="0" err="1"/>
              <a:t>Pengalaman</a:t>
            </a:r>
            <a:r>
              <a:rPr lang="en-US" sz="2500" b="1" dirty="0"/>
              <a:t> </a:t>
            </a:r>
          </a:p>
          <a:p>
            <a:pPr marL="273050"/>
            <a:endParaRPr lang="en-US" sz="2500" b="1" dirty="0"/>
          </a:p>
          <a:p>
            <a:pPr marL="273050"/>
            <a:r>
              <a:rPr lang="en-US" sz="2500" b="1" dirty="0" err="1"/>
              <a:t>Pengalaman</a:t>
            </a:r>
            <a:r>
              <a:rPr lang="en-US" sz="2500" b="1" dirty="0"/>
              <a:t> :</a:t>
            </a:r>
          </a:p>
          <a:p>
            <a:pPr marL="730250" indent="-457200">
              <a:buFont typeface="Arial" panose="020B0604020202020204" pitchFamily="34" charset="0"/>
              <a:buChar char="•"/>
            </a:pPr>
            <a:r>
              <a:rPr lang="en-US" sz="2500" b="1" dirty="0"/>
              <a:t>Project Manager Pembangunan </a:t>
            </a:r>
            <a:r>
              <a:rPr lang="en-US" sz="2500" b="1" dirty="0" err="1"/>
              <a:t>Sistem</a:t>
            </a:r>
            <a:r>
              <a:rPr lang="en-US" sz="2500" b="1" dirty="0"/>
              <a:t> MSWT di PT. KAI (2025)</a:t>
            </a:r>
          </a:p>
          <a:p>
            <a:pPr marL="730250" indent="-457200">
              <a:buFont typeface="Arial" panose="020B0604020202020204" pitchFamily="34" charset="0"/>
              <a:buChar char="•"/>
            </a:pPr>
            <a:r>
              <a:rPr lang="en-US" sz="2500" b="1" dirty="0"/>
              <a:t>Backend Developer pada Pembangunan SPAN di KEMENKEU (2024)</a:t>
            </a:r>
          </a:p>
          <a:p>
            <a:pPr marL="730250" indent="-457200">
              <a:buFont typeface="Arial" panose="020B0604020202020204" pitchFamily="34" charset="0"/>
              <a:buChar char="•"/>
            </a:pPr>
            <a:r>
              <a:rPr lang="en-US" sz="2500" b="1" dirty="0"/>
              <a:t>Senior Developer pada Pembangunan </a:t>
            </a:r>
            <a:r>
              <a:rPr lang="en-US" sz="2500" b="1" dirty="0" err="1"/>
              <a:t>Sistem</a:t>
            </a:r>
            <a:r>
              <a:rPr lang="en-US" sz="2500" b="1" dirty="0"/>
              <a:t> </a:t>
            </a:r>
            <a:r>
              <a:rPr lang="en-US" sz="2500" b="1" dirty="0" err="1"/>
              <a:t>Penyaluran</a:t>
            </a:r>
            <a:r>
              <a:rPr lang="en-US" sz="2500" b="1" dirty="0"/>
              <a:t> </a:t>
            </a:r>
            <a:r>
              <a:rPr lang="en-US" sz="2500" b="1" dirty="0" err="1"/>
              <a:t>Bansos</a:t>
            </a:r>
            <a:r>
              <a:rPr lang="en-US" sz="2500" b="1" dirty="0"/>
              <a:t> (2024)</a:t>
            </a:r>
          </a:p>
          <a:p>
            <a:pPr marL="730250" indent="-457200">
              <a:buFont typeface="Arial" panose="020B0604020202020204" pitchFamily="34" charset="0"/>
              <a:buChar char="•"/>
            </a:pPr>
            <a:r>
              <a:rPr lang="en-US" sz="2500" b="1" dirty="0"/>
              <a:t>Senior Developer pada Pembangunan </a:t>
            </a:r>
            <a:r>
              <a:rPr lang="en-US" sz="2500" b="1" dirty="0" err="1"/>
              <a:t>Sistem</a:t>
            </a:r>
            <a:r>
              <a:rPr lang="en-US" sz="2500" b="1" dirty="0"/>
              <a:t> TTE POLRI (2023)</a:t>
            </a:r>
          </a:p>
          <a:p>
            <a:pPr marL="615950" indent="-342900">
              <a:buFont typeface="Arial" panose="020B0604020202020204" pitchFamily="34" charset="0"/>
              <a:buChar char="•"/>
            </a:pP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62623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448CB-F5E7-915A-81CC-72524997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F25F40-7952-D177-3720-4E92859120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329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7429A9-DB84-9605-D37A-CE45B7B670DC}"/>
              </a:ext>
            </a:extLst>
          </p:cNvPr>
          <p:cNvSpPr txBox="1"/>
          <p:nvPr/>
        </p:nvSpPr>
        <p:spPr>
          <a:xfrm>
            <a:off x="388891" y="1051176"/>
            <a:ext cx="91221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Course Pre-requisite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E21BA-1452-3152-0C24-3DF1C92C6A87}"/>
              </a:ext>
            </a:extLst>
          </p:cNvPr>
          <p:cNvSpPr txBox="1"/>
          <p:nvPr/>
        </p:nvSpPr>
        <p:spPr>
          <a:xfrm>
            <a:off x="614923" y="1750493"/>
            <a:ext cx="11244648" cy="235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HTML (</a:t>
            </a:r>
            <a:r>
              <a:rPr lang="en-US" sz="2000" b="1" dirty="0" err="1"/>
              <a:t>Struktur</a:t>
            </a:r>
            <a:r>
              <a:rPr lang="en-US" sz="2000" b="1" dirty="0"/>
              <a:t> HTML, Form, Semantic HTML)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CSS (CSS Fundamental, CSS </a:t>
            </a:r>
            <a:r>
              <a:rPr lang="en-US" sz="2000" b="1" dirty="0" err="1"/>
              <a:t>Layouting</a:t>
            </a:r>
            <a:r>
              <a:rPr lang="en-US" sz="2000" b="1" dirty="0"/>
              <a:t>)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Javascript</a:t>
            </a:r>
            <a:r>
              <a:rPr lang="en-US" sz="2000" b="1" dirty="0"/>
              <a:t> (</a:t>
            </a:r>
            <a:r>
              <a:rPr lang="en-US" sz="2000" b="1" dirty="0" err="1"/>
              <a:t>Javascript</a:t>
            </a:r>
            <a:r>
              <a:rPr lang="en-US" sz="2000" b="1" dirty="0"/>
              <a:t> Fundamental, DOM, NodeJS)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API (</a:t>
            </a:r>
            <a:r>
              <a:rPr lang="en-US" sz="2000" b="1" dirty="0" err="1"/>
              <a:t>Konsep</a:t>
            </a:r>
            <a:r>
              <a:rPr lang="en-US" sz="2000" b="1" dirty="0"/>
              <a:t> API, Microservice, Rest API)</a:t>
            </a:r>
          </a:p>
          <a:p>
            <a:pPr marL="273050">
              <a:lnSpc>
                <a:spcPct val="150000"/>
              </a:lnSpc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5780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4A42C-51F3-D2B2-68F7-9FE7AF030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426985-8419-30D0-C0E1-63B7E15486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329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5F8E60-F90B-2486-6E5F-BB02F2BEAC97}"/>
              </a:ext>
            </a:extLst>
          </p:cNvPr>
          <p:cNvSpPr txBox="1"/>
          <p:nvPr/>
        </p:nvSpPr>
        <p:spPr>
          <a:xfrm>
            <a:off x="388891" y="1051176"/>
            <a:ext cx="91221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Topic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13D1D-AF11-9BC0-C14B-9756A3D4367E}"/>
              </a:ext>
            </a:extLst>
          </p:cNvPr>
          <p:cNvSpPr txBox="1"/>
          <p:nvPr/>
        </p:nvSpPr>
        <p:spPr>
          <a:xfrm>
            <a:off x="614923" y="1750493"/>
            <a:ext cx="11244648" cy="4664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Modul-01-React-Fundamental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Modul-02-React-Framework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Modul-03-React-State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Modul-04-React-Router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Modul-05-React-UI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Modul-06-React-API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Modul-07-React-Form-Validation-&amp;-Error-Handling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Modul-08-React-Testing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Modul-09-React-Optimization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Modul-10-React-Deployment.pptx</a:t>
            </a:r>
          </a:p>
        </p:txBody>
      </p:sp>
    </p:spTree>
    <p:extLst>
      <p:ext uri="{BB962C8B-B14F-4D97-AF65-F5344CB8AC3E}">
        <p14:creationId xmlns:p14="http://schemas.microsoft.com/office/powerpoint/2010/main" val="1481303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B5F9D-E449-AB5A-E01C-D84D0E31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75F60C-37DD-90AA-B379-39A28941FE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329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79D022-752D-1142-AC9E-95130C803D18}"/>
              </a:ext>
            </a:extLst>
          </p:cNvPr>
          <p:cNvSpPr txBox="1"/>
          <p:nvPr/>
        </p:nvSpPr>
        <p:spPr>
          <a:xfrm>
            <a:off x="388891" y="1051176"/>
            <a:ext cx="91221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Software &amp; </a:t>
            </a:r>
            <a:r>
              <a:rPr lang="en-US" sz="3000" b="1" dirty="0" err="1"/>
              <a:t>Spesifikasi</a:t>
            </a:r>
            <a:r>
              <a:rPr lang="en-US" sz="3000" b="1" dirty="0"/>
              <a:t> </a:t>
            </a:r>
            <a:r>
              <a:rPr lang="en-US" sz="3000" b="1" dirty="0" err="1"/>
              <a:t>Minimun</a:t>
            </a:r>
            <a:endParaRPr lang="en-US" sz="3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14B3D-3522-EA86-D3DE-4A2B895D04D3}"/>
              </a:ext>
            </a:extLst>
          </p:cNvPr>
          <p:cNvSpPr txBox="1"/>
          <p:nvPr/>
        </p:nvSpPr>
        <p:spPr>
          <a:xfrm>
            <a:off x="614923" y="1750493"/>
            <a:ext cx="11244648" cy="3279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RAM 4GB, Core i5, Minimum Storage 5GB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Visual Studi Code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Google Chrome / Safari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Git (local) &amp; </a:t>
            </a:r>
            <a:r>
              <a:rPr lang="en-US" sz="2000" b="1" dirty="0" err="1"/>
              <a:t>Github</a:t>
            </a:r>
            <a:r>
              <a:rPr lang="en-US" sz="2000" b="1" dirty="0"/>
              <a:t> (Cloud)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NodeJS </a:t>
            </a:r>
            <a:r>
              <a:rPr lang="en-US" sz="2000" b="1" dirty="0" err="1"/>
              <a:t>versi</a:t>
            </a:r>
            <a:r>
              <a:rPr lang="en-US" sz="2000" b="1" dirty="0"/>
              <a:t> 20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Postman</a:t>
            </a:r>
          </a:p>
          <a:p>
            <a:pPr marL="273050">
              <a:lnSpc>
                <a:spcPct val="150000"/>
              </a:lnSpc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58570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5623F-35B4-DE01-A435-E24BD6DE8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40DCC-C681-E11F-10C2-C7AFF6A3E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329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7C7F3B-A75B-0CA3-E375-E67C5BB2BB8D}"/>
              </a:ext>
            </a:extLst>
          </p:cNvPr>
          <p:cNvSpPr txBox="1"/>
          <p:nvPr/>
        </p:nvSpPr>
        <p:spPr>
          <a:xfrm>
            <a:off x="388891" y="1051176"/>
            <a:ext cx="912216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b="1" dirty="0"/>
              <a:t>Install Text Editor (VS Code)</a:t>
            </a:r>
            <a:endParaRPr lang="en-ID" sz="3200" dirty="0"/>
          </a:p>
          <a:p>
            <a:endParaRPr lang="en-US" sz="3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CF1CA-B745-236D-FF11-858062CF2A27}"/>
              </a:ext>
            </a:extLst>
          </p:cNvPr>
          <p:cNvSpPr txBox="1"/>
          <p:nvPr/>
        </p:nvSpPr>
        <p:spPr>
          <a:xfrm>
            <a:off x="947352" y="1864793"/>
            <a:ext cx="1124464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 err="1"/>
              <a:t>Semua</a:t>
            </a:r>
            <a:r>
              <a:rPr lang="en-ID" sz="2000" b="1" dirty="0"/>
              <a:t> Platform:</a:t>
            </a:r>
            <a:endParaRPr lang="en-ID" sz="2000" dirty="0"/>
          </a:p>
          <a:p>
            <a:pPr marL="457200" indent="-457200">
              <a:buFont typeface="+mj-lt"/>
              <a:buAutoNum type="arabicPeriod"/>
            </a:pPr>
            <a:r>
              <a:rPr lang="en-ID" sz="2000" dirty="0"/>
              <a:t>Buka </a:t>
            </a:r>
            <a:r>
              <a:rPr lang="en-ID" sz="2000" dirty="0">
                <a:hlinkClick r:id="rId3"/>
              </a:rPr>
              <a:t>https://code.visualstudio.com/</a:t>
            </a:r>
            <a:endParaRPr lang="en-ID" sz="2000" dirty="0"/>
          </a:p>
          <a:p>
            <a:pPr marL="457200" indent="-457200">
              <a:buFont typeface="+mj-lt"/>
              <a:buAutoNum type="arabicPeriod"/>
            </a:pPr>
            <a:r>
              <a:rPr lang="en-ID" sz="2000" dirty="0"/>
              <a:t>Download </a:t>
            </a:r>
            <a:r>
              <a:rPr lang="en-ID" sz="2000" dirty="0" err="1"/>
              <a:t>untuk</a:t>
            </a:r>
            <a:r>
              <a:rPr lang="en-ID" sz="2000" dirty="0"/>
              <a:t> OS Anda (Mac/Windows/Linux)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000" dirty="0"/>
              <a:t>Install </a:t>
            </a:r>
            <a:r>
              <a:rPr lang="en-ID" sz="2000" dirty="0" err="1"/>
              <a:t>seperti</a:t>
            </a:r>
            <a:r>
              <a:rPr lang="en-ID" sz="2000" dirty="0"/>
              <a:t> </a:t>
            </a:r>
            <a:r>
              <a:rPr lang="en-ID" sz="2000" dirty="0" err="1"/>
              <a:t>aplikasi</a:t>
            </a:r>
            <a:r>
              <a:rPr lang="en-ID" sz="2000" dirty="0"/>
              <a:t> </a:t>
            </a:r>
            <a:r>
              <a:rPr lang="en-ID" sz="2000" dirty="0" err="1"/>
              <a:t>biasa</a:t>
            </a:r>
            <a:endParaRPr lang="en-ID" sz="2000" dirty="0"/>
          </a:p>
          <a:p>
            <a:endParaRPr lang="en-ID" sz="2000" dirty="0"/>
          </a:p>
          <a:p>
            <a:r>
              <a:rPr lang="en-ID" sz="2000" b="1" dirty="0"/>
              <a:t>macOS: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/>
              <a:t>Drag </a:t>
            </a:r>
            <a:r>
              <a:rPr lang="en-ID" sz="2000" dirty="0" err="1"/>
              <a:t>aplikasi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folder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/>
              <a:t>Buka VS Code </a:t>
            </a:r>
            <a:r>
              <a:rPr lang="en-ID" sz="2000" dirty="0" err="1"/>
              <a:t>dari</a:t>
            </a:r>
            <a:r>
              <a:rPr lang="en-ID" sz="2000" dirty="0"/>
              <a:t> Applications</a:t>
            </a:r>
          </a:p>
          <a:p>
            <a:endParaRPr lang="en-ID" sz="2000" dirty="0"/>
          </a:p>
          <a:p>
            <a:r>
              <a:rPr lang="en-ID" sz="2000" b="1" dirty="0"/>
              <a:t>Windows: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Jalankan</a:t>
            </a:r>
            <a:r>
              <a:rPr lang="en-ID" sz="2000" dirty="0"/>
              <a:t> installer `.exe`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Centang</a:t>
            </a:r>
            <a:r>
              <a:rPr lang="en-ID" sz="2000" dirty="0"/>
              <a:t> "Add to PATH”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Centang</a:t>
            </a:r>
            <a:r>
              <a:rPr lang="en-ID" sz="2000" dirty="0"/>
              <a:t> "Create desktop icon"</a:t>
            </a:r>
          </a:p>
        </p:txBody>
      </p:sp>
    </p:spTree>
    <p:extLst>
      <p:ext uri="{BB962C8B-B14F-4D97-AF65-F5344CB8AC3E}">
        <p14:creationId xmlns:p14="http://schemas.microsoft.com/office/powerpoint/2010/main" val="2807163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B6DEC-CD18-9998-F9F1-6573E063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2A9B41-2884-A720-F39A-BF253EA786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329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B15DFA-1E71-F413-8842-6F5036157605}"/>
              </a:ext>
            </a:extLst>
          </p:cNvPr>
          <p:cNvSpPr txBox="1"/>
          <p:nvPr/>
        </p:nvSpPr>
        <p:spPr>
          <a:xfrm>
            <a:off x="388891" y="1051176"/>
            <a:ext cx="91221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/>
              <a:t>VSCode</a:t>
            </a:r>
            <a:r>
              <a:rPr lang="en-US" sz="3000" b="1" dirty="0"/>
              <a:t>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A16F9-7AFD-B1D2-3F37-5BA0CBDD838A}"/>
              </a:ext>
            </a:extLst>
          </p:cNvPr>
          <p:cNvSpPr txBox="1"/>
          <p:nvPr/>
        </p:nvSpPr>
        <p:spPr>
          <a:xfrm>
            <a:off x="614923" y="1750493"/>
            <a:ext cx="11244648" cy="3279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Prettier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Auto Rename Tag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Console Ninja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ES7+ React Snippet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ESlint</a:t>
            </a:r>
            <a:endParaRPr lang="en-US" sz="2000" b="1" dirty="0"/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Git Graph</a:t>
            </a:r>
          </a:p>
          <a:p>
            <a:pPr marL="6159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TailwindCSS</a:t>
            </a:r>
            <a:r>
              <a:rPr lang="en-US" sz="2000" b="1" dirty="0"/>
              <a:t> </a:t>
            </a:r>
            <a:r>
              <a:rPr lang="en-US" sz="2000" b="1" dirty="0" err="1"/>
              <a:t>Intellisence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35687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677F1-9DC1-4335-3272-E6F85A23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FD685F-BBEB-5C66-156E-BD3819D29E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329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D95138-BB3B-B5D3-853B-D8409EEBE4F2}"/>
              </a:ext>
            </a:extLst>
          </p:cNvPr>
          <p:cNvSpPr txBox="1"/>
          <p:nvPr/>
        </p:nvSpPr>
        <p:spPr>
          <a:xfrm>
            <a:off x="388891" y="1051176"/>
            <a:ext cx="9122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b="1" dirty="0"/>
              <a:t>Install Git</a:t>
            </a:r>
            <a:endParaRPr lang="en-US" sz="3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7849BC-6DB6-0F5C-371E-72D826ED7297}"/>
              </a:ext>
            </a:extLst>
          </p:cNvPr>
          <p:cNvSpPr txBox="1"/>
          <p:nvPr/>
        </p:nvSpPr>
        <p:spPr>
          <a:xfrm>
            <a:off x="947352" y="1864793"/>
            <a:ext cx="1124464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Cek </a:t>
            </a:r>
            <a:r>
              <a:rPr lang="en-ID" b="1" dirty="0" err="1"/>
              <a:t>Apakah</a:t>
            </a:r>
            <a:r>
              <a:rPr lang="en-ID" b="1" dirty="0"/>
              <a:t> </a:t>
            </a:r>
            <a:r>
              <a:rPr lang="en-ID" b="1" dirty="0" err="1"/>
              <a:t>Sudah</a:t>
            </a:r>
            <a:r>
              <a:rPr lang="en-ID" b="1" dirty="0"/>
              <a:t> </a:t>
            </a:r>
            <a:r>
              <a:rPr lang="en-ID" b="1" dirty="0" err="1"/>
              <a:t>Terinstall</a:t>
            </a:r>
            <a:r>
              <a:rPr lang="en-ID" sz="2000" b="1" dirty="0"/>
              <a:t>:</a:t>
            </a:r>
            <a:endParaRPr lang="en-ID" sz="2000" dirty="0"/>
          </a:p>
          <a:p>
            <a:endParaRPr lang="en-ID" dirty="0"/>
          </a:p>
          <a:p>
            <a:r>
              <a:rPr lang="en-ID" dirty="0"/>
              <a:t>git --version</a:t>
            </a:r>
          </a:p>
          <a:p>
            <a:endParaRPr lang="en-ID" sz="2000" dirty="0"/>
          </a:p>
          <a:p>
            <a:r>
              <a:rPr lang="en-ID" dirty="0"/>
              <a:t>Jika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versi</a:t>
            </a:r>
            <a:r>
              <a:rPr lang="en-ID" dirty="0"/>
              <a:t> → </a:t>
            </a:r>
            <a:r>
              <a:rPr lang="en-ID" b="1" dirty="0" err="1"/>
              <a:t>Sudah</a:t>
            </a:r>
            <a:r>
              <a:rPr lang="en-ID" b="1" dirty="0"/>
              <a:t> </a:t>
            </a:r>
            <a:r>
              <a:rPr lang="en-ID" b="1" dirty="0" err="1"/>
              <a:t>terinstall</a:t>
            </a:r>
            <a:r>
              <a:rPr lang="en-ID" b="1" dirty="0"/>
              <a:t>!</a:t>
            </a:r>
            <a:endParaRPr lang="en-ID" dirty="0"/>
          </a:p>
          <a:p>
            <a:endParaRPr lang="en-ID" sz="2000" dirty="0"/>
          </a:p>
          <a:p>
            <a:r>
              <a:rPr lang="en-ID" sz="2000" b="1" dirty="0"/>
              <a:t>Install: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/>
              <a:t>Download: </a:t>
            </a:r>
            <a:r>
              <a:rPr lang="en-ID" dirty="0">
                <a:hlinkClick r:id="rId3"/>
              </a:rPr>
              <a:t>https://git-scm.com</a:t>
            </a:r>
            <a:endParaRPr lang="en-ID" dirty="0"/>
          </a:p>
          <a:p>
            <a:pPr marL="342900" indent="-342900">
              <a:buFont typeface="+mj-lt"/>
              <a:buAutoNum type="arabicPeriod"/>
            </a:pPr>
            <a:r>
              <a:rPr lang="en-ID" dirty="0"/>
              <a:t>Install </a:t>
            </a:r>
            <a:r>
              <a:rPr lang="en-ID" dirty="0" err="1"/>
              <a:t>dengan</a:t>
            </a:r>
            <a:r>
              <a:rPr lang="en-ID" dirty="0"/>
              <a:t> default settings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Pilih</a:t>
            </a:r>
            <a:r>
              <a:rPr lang="en-ID" dirty="0"/>
              <a:t> "Git from the command line and also from 3rd-party software"</a:t>
            </a:r>
          </a:p>
          <a:p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8642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521A0-ACBA-572F-30B7-E677CEDFE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13CA82-940A-1794-65BD-4CB1752789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329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71B893-B882-4CCA-03B0-7DADF9D8215C}"/>
              </a:ext>
            </a:extLst>
          </p:cNvPr>
          <p:cNvSpPr txBox="1"/>
          <p:nvPr/>
        </p:nvSpPr>
        <p:spPr>
          <a:xfrm>
            <a:off x="388891" y="1051176"/>
            <a:ext cx="9122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b="1" dirty="0"/>
              <a:t>Install Git (2)</a:t>
            </a:r>
            <a:endParaRPr lang="en-US" sz="3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098537-8BE1-C00F-97D4-D333876AD7B7}"/>
              </a:ext>
            </a:extLst>
          </p:cNvPr>
          <p:cNvSpPr txBox="1"/>
          <p:nvPr/>
        </p:nvSpPr>
        <p:spPr>
          <a:xfrm>
            <a:off x="947352" y="1864793"/>
            <a:ext cx="112446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Setup Git (First Time)</a:t>
            </a:r>
            <a:endParaRPr lang="en-ID" dirty="0"/>
          </a:p>
          <a:p>
            <a:endParaRPr lang="en-ID" dirty="0"/>
          </a:p>
          <a:p>
            <a:r>
              <a:rPr lang="en-ID" dirty="0"/>
              <a:t># Set nama Anda</a:t>
            </a:r>
          </a:p>
          <a:p>
            <a:r>
              <a:rPr lang="en-ID" dirty="0"/>
              <a:t>git config --global </a:t>
            </a:r>
            <a:r>
              <a:rPr lang="en-ID" dirty="0" err="1"/>
              <a:t>user.name</a:t>
            </a:r>
            <a:r>
              <a:rPr lang="en-ID" dirty="0"/>
              <a:t> "Nama Anda"</a:t>
            </a:r>
            <a:br>
              <a:rPr lang="en-ID" dirty="0"/>
            </a:br>
            <a:endParaRPr lang="en-ID" dirty="0"/>
          </a:p>
          <a:p>
            <a:r>
              <a:rPr lang="en-ID" dirty="0"/>
              <a:t># Set email Anda</a:t>
            </a:r>
          </a:p>
          <a:p>
            <a:r>
              <a:rPr lang="en-ID" dirty="0"/>
              <a:t>git config --global </a:t>
            </a:r>
            <a:r>
              <a:rPr lang="en-ID" dirty="0" err="1"/>
              <a:t>user.email</a:t>
            </a:r>
            <a:r>
              <a:rPr lang="en-ID" dirty="0"/>
              <a:t> "</a:t>
            </a:r>
            <a:r>
              <a:rPr lang="en-ID" dirty="0" err="1"/>
              <a:t>email@example.com</a:t>
            </a:r>
            <a:r>
              <a:rPr lang="en-ID" dirty="0"/>
              <a:t>"</a:t>
            </a:r>
          </a:p>
          <a:p>
            <a:endParaRPr lang="en-ID" dirty="0"/>
          </a:p>
          <a:p>
            <a:r>
              <a:rPr lang="en-ID" dirty="0"/>
              <a:t># </a:t>
            </a:r>
            <a:r>
              <a:rPr lang="en-ID" dirty="0" err="1"/>
              <a:t>Verifikasi</a:t>
            </a:r>
            <a:endParaRPr lang="en-ID" dirty="0"/>
          </a:p>
          <a:p>
            <a:r>
              <a:rPr lang="en-ID" dirty="0"/>
              <a:t>git config --list</a:t>
            </a:r>
          </a:p>
        </p:txBody>
      </p:sp>
    </p:spTree>
    <p:extLst>
      <p:ext uri="{BB962C8B-B14F-4D97-AF65-F5344CB8AC3E}">
        <p14:creationId xmlns:p14="http://schemas.microsoft.com/office/powerpoint/2010/main" val="422355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552E5-7854-1697-9BCA-31D3E6CB6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19177D-6A23-34A4-E0E5-4E2F590581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329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B3A4-C443-C8A5-AF52-EA5F097344EC}"/>
              </a:ext>
            </a:extLst>
          </p:cNvPr>
          <p:cNvSpPr txBox="1"/>
          <p:nvPr/>
        </p:nvSpPr>
        <p:spPr>
          <a:xfrm>
            <a:off x="388891" y="1051176"/>
            <a:ext cx="9122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b="1" dirty="0"/>
              <a:t>Setup Browser</a:t>
            </a:r>
            <a:endParaRPr lang="en-US" sz="3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445958-1BDE-820C-CCC8-94A2BAF3EC4C}"/>
              </a:ext>
            </a:extLst>
          </p:cNvPr>
          <p:cNvSpPr txBox="1"/>
          <p:nvPr/>
        </p:nvSpPr>
        <p:spPr>
          <a:xfrm>
            <a:off x="947352" y="1864793"/>
            <a:ext cx="112446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Pilih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(</a:t>
            </a:r>
            <a:r>
              <a:rPr lang="en-ID" dirty="0" err="1"/>
              <a:t>atau</a:t>
            </a:r>
            <a:r>
              <a:rPr lang="en-ID" dirty="0"/>
              <a:t> install </a:t>
            </a:r>
            <a:r>
              <a:rPr lang="en-ID" dirty="0" err="1"/>
              <a:t>keduanya</a:t>
            </a:r>
            <a:r>
              <a:rPr lang="en-ID" dirty="0"/>
              <a:t>):</a:t>
            </a:r>
          </a:p>
          <a:p>
            <a:br>
              <a:rPr lang="en-ID" dirty="0"/>
            </a:br>
            <a:r>
              <a:rPr lang="en-ID" b="1" dirty="0"/>
              <a:t>Google Chrome (Recommended)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Download: </a:t>
            </a:r>
            <a:r>
              <a:rPr lang="en-ID" dirty="0">
                <a:hlinkClick r:id="rId3"/>
              </a:rPr>
              <a:t>https://www.google.com/chrome/</a:t>
            </a:r>
            <a:endParaRPr lang="en-ID" dirty="0"/>
          </a:p>
          <a:p>
            <a:br>
              <a:rPr lang="en-ID" dirty="0"/>
            </a:br>
            <a:r>
              <a:rPr lang="en-ID" b="1" dirty="0"/>
              <a:t>Mozilla Firefox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Download: </a:t>
            </a:r>
            <a:r>
              <a:rPr lang="en-ID" dirty="0">
                <a:hlinkClick r:id="rId4"/>
              </a:rPr>
              <a:t>https://www.mozilla.org/firefox/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83873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itting on a chair reading a book&#10;&#10;Description automatically generated">
            <a:extLst>
              <a:ext uri="{FF2B5EF4-FFF2-40B4-BE49-F238E27FC236}">
                <a16:creationId xmlns:a16="http://schemas.microsoft.com/office/drawing/2014/main" id="{FFC4A971-55A0-A876-0990-701FC061D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66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377</Words>
  <Application>Microsoft Macintosh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Dimas Fahreza</dc:creator>
  <cp:lastModifiedBy>rarirurero</cp:lastModifiedBy>
  <cp:revision>8</cp:revision>
  <dcterms:created xsi:type="dcterms:W3CDTF">2024-02-09T08:50:18Z</dcterms:created>
  <dcterms:modified xsi:type="dcterms:W3CDTF">2025-11-17T01:49:42Z</dcterms:modified>
</cp:coreProperties>
</file>